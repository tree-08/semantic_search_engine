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Semantic Search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Dense Retrieval, Hybrid Ranking, and Custom ANN Indexing</a:t>
            </a:r>
          </a:p>
          <a:p/>
          <a:p>
            <a:r>
              <a:t>Team: Yash Goyal, Garv Singhal, Chaitanya Yogesh Bhoite, Harsh Kumar Jha</a:t>
            </a:r>
          </a:p>
          <a:p>
            <a:r>
              <a:t>Indian Institute of Technology Gandhinagar</a:t>
            </a:r>
          </a:p>
          <a:p>
            <a:r>
              <a:t>Advisor: Prof. Anirban Dasgupta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Bridging the Vocabulary Mismatch</a:t>
            </a:r>
          </a:p>
          <a:p>
            <a:pPr lvl="1">
              <a:defRPr b="1"/>
            </a:pPr>
            <a:r>
              <a:t>The Limitation of Lexical Search: Classical BM25 operates on exact term matching, making it highly efficient but blind to synonyms, paraphrases, and latent semantic context.</a:t>
            </a:r>
          </a:p>
          <a:p>
            <a:pPr lvl="1">
              <a:defRPr b="1"/>
            </a:pPr>
            <a:r>
              <a:t>The Semantic Paradigm: Modern dense retrieval maps queries and documents into a shared continuous vector space where geometric proximity directly correlates to semantic relevance.</a:t>
            </a:r>
          </a:p>
          <a:p>
            <a:pPr lvl="1">
              <a:defRPr b="1"/>
            </a:pPr>
            <a:r>
              <a:t>Project Objectives:</a:t>
            </a:r>
          </a:p>
          <a:p>
            <a:pPr lvl="2"/>
            <a:r>
              <a:t>Build a unified retrieval framework comparing lexical (BM25), dense (BERT/Word2Vec), and hybrid pipelines.</a:t>
            </a:r>
          </a:p>
          <a:p>
            <a:pPr lvl="2"/>
            <a:r>
              <a:t>Implement and benchmark a custom C++ Hierarchical Navigable Small World (HNSW) index.</a:t>
            </a:r>
          </a:p>
          <a:p>
            <a:pPr lvl="2"/>
            <a:r>
              <a:t>Evaluate precision/recall trade-offs and latency on large-scale datasets (MS MARCO &amp; SciFact).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Offline Indexing &amp; Online Retrieval Pipelines</a:t>
            </a:r>
          </a:p>
          <a:p>
            <a:pPr lvl="1">
              <a:defRPr b="1"/>
            </a:pPr>
            <a:r>
              <a:t>Offline Layer:</a:t>
            </a:r>
          </a:p>
          <a:p>
            <a:pPr lvl="2"/>
            <a:r>
              <a:t>Embeddings: Batched encoding using all-MiniLM-L6-v2 into 384-dimensional L2-normalized float32 vectors.</a:t>
            </a:r>
          </a:p>
          <a:p>
            <a:pPr lvl="2"/>
            <a:r>
              <a:t>Indexing: Construction of inverted indexes for BM25 and proximity graphs for dense retrieval.</a:t>
            </a:r>
          </a:p>
          <a:p>
            <a:pPr lvl="1">
              <a:defRPr b="1"/>
            </a:pPr>
            <a:r>
              <a:t>Online Layer:</a:t>
            </a:r>
          </a:p>
          <a:p>
            <a:pPr lvl="2"/>
            <a:r>
              <a:t>Hybrid Fusion: Retrieves candidates from BM25 and ANN, applies min-max normalization, and fuses scores.</a:t>
            </a:r>
          </a:p>
          <a:p>
            <a:pPr lvl="2"/>
            <a:r>
              <a:t>Two-Stage Reranking: First-stage bi-encoder retrieves K=100 candidates; second-stage cross-encoder computes joint self-attention for the final top-k.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HNSW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From-Scratch Graph Construction in C++</a:t>
            </a:r>
          </a:p>
          <a:p>
            <a:pPr lvl="1">
              <a:defRPr b="1"/>
            </a:pPr>
            <a:r>
              <a:t>Core Data Structure (hnsw.cpp):</a:t>
            </a:r>
          </a:p>
          <a:p>
            <a:pPr lvl="2"/>
            <a:r>
              <a:t>Multi-layer proximity graph assigning nodes to a maximum layer based on an exponential distribution.</a:t>
            </a:r>
          </a:p>
          <a:p>
            <a:pPr lvl="2"/>
            <a:r>
              <a:t>Uses squared Euclidean distance as the proximity measure.</a:t>
            </a:r>
          </a:p>
          <a:p>
            <a:pPr lvl="2"/>
            <a:r>
              <a:t>Implements greedy layer-by-layer traversal maintaining a dynamic candidate priority queue bounded by ef_search.</a:t>
            </a:r>
          </a:p>
          <a:p>
            <a:pPr lvl="1">
              <a:defRPr b="1"/>
            </a:pPr>
            <a:r>
              <a:t>Python Interoperability (hnsw_bind.cpp):</a:t>
            </a:r>
          </a:p>
          <a:p>
            <a:pPr lvl="2"/>
            <a:r>
              <a:t>Exposed to Python via pybind11.</a:t>
            </a:r>
          </a:p>
          <a:p>
            <a:pPr lvl="2"/>
            <a:r>
              <a:t>Enforces float32 C-contiguous array types for zero-copy memory efficiency.</a:t>
            </a:r>
          </a:p>
          <a:p>
            <a:pPr lvl="1">
              <a:defRPr b="1"/>
            </a:pPr>
            <a:r>
              <a:t>Compilation: Built with -O3 -march=native -ffast-math to maximize CPU instruction set utilization.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 &amp;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Evaluating Across Domains</a:t>
            </a:r>
          </a:p>
          <a:p>
            <a:pPr lvl="1">
              <a:defRPr b="1"/>
            </a:pPr>
            <a:r>
              <a:t>MS MARCO (v1.1 Subset):</a:t>
            </a:r>
          </a:p>
          <a:p>
            <a:pPr lvl="2"/>
            <a:r>
              <a:t>Nature: Open-domain, Bing search queries.</a:t>
            </a:r>
          </a:p>
          <a:p>
            <a:pPr lvl="2"/>
            <a:r>
              <a:t>Scale: 50,000 training records, evaluated over 3,787 valid queries.</a:t>
            </a:r>
          </a:p>
          <a:p>
            <a:pPr lvl="2"/>
            <a:r>
              <a:t>Relevance: Binary labels.</a:t>
            </a:r>
          </a:p>
          <a:p>
            <a:pPr lvl="1">
              <a:defRPr b="1"/>
            </a:pPr>
            <a:r>
              <a:t>SciFact (BEIR):</a:t>
            </a:r>
          </a:p>
          <a:p>
            <a:pPr lvl="2"/>
            <a:r>
              <a:t>Nature: Domain-specific biomedical claim verification.</a:t>
            </a:r>
          </a:p>
          <a:p>
            <a:pPr lvl="2"/>
            <a:r>
              <a:t>Scale: 5,183 scientific abstracts; evaluated over full test split.</a:t>
            </a:r>
          </a:p>
          <a:p>
            <a:pPr lvl="2"/>
            <a:r>
              <a:t>Relevance: Graded (SUPPORT/CONTRADICT).</a:t>
            </a:r>
          </a:p>
          <a:p>
            <a:pPr lvl="1">
              <a:defRPr b="1"/>
            </a:pPr>
            <a:r>
              <a:t>Metrics: Precision@k and Recall@k for k in {5, 10, 20} alongside mean query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 (MS MARCO)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Speed vs. Recall Trade-offs</a:t>
            </a:r>
          </a:p>
          <a:p>
            <a:pPr lvl="1">
              <a:defRPr b="1"/>
            </a:pPr>
            <a:r>
              <a:t>Dense Models vs. Lexical:</a:t>
            </a:r>
          </a:p>
          <a:p>
            <a:pPr lvl="2"/>
            <a:r>
              <a:t>BERT + HNSW: Reached 0.957 Recall@10 at 5.70 ms/query.</a:t>
            </a:r>
          </a:p>
          <a:p>
            <a:pPr lvl="2"/>
            <a:r>
              <a:t>BM25: Reached 0.814 Recall@10 at 20.52 ms/query.</a:t>
            </a:r>
          </a:p>
          <a:p>
            <a:pPr lvl="2"/>
            <a:r>
              <a:t>Insight: Dense retrieval heavily outpaced BM25 in both accuracy and latency.</a:t>
            </a:r>
          </a:p>
          <a:p>
            <a:pPr lvl="1">
              <a:defRPr b="1"/>
            </a:pPr>
            <a:r>
              <a:t>Implementation Efficiency:</a:t>
            </a:r>
          </a:p>
          <a:p>
            <a:pPr lvl="2"/>
            <a:r>
              <a:t>BERT + FAISS: Achieved identical 0.957 Recall@10 but averaged 8.42 ms/query.</a:t>
            </a:r>
          </a:p>
          <a:p>
            <a:pPr lvl="2"/>
            <a:r>
              <a:t>Our custom C++ implementation demonstrated highly competitive retrieval speeds against optimized libraries.</a:t>
            </a:r>
          </a:p>
          <a:p>
            <a:pPr lvl="1">
              <a:defRPr b="1"/>
            </a:pPr>
            <a:r>
              <a:t>Static vs Contextual Embeddings:</a:t>
            </a:r>
          </a:p>
          <a:p>
            <a:pPr lvl="2"/>
            <a:r>
              <a:t>Word2Vec (HNSW): Stagnated at 0.094 Recall@10. Static averaging destroys passage-level semantic structures.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System Behaviors and Sensitivities</a:t>
            </a:r>
          </a:p>
          <a:p>
            <a:pPr lvl="1">
              <a:defRPr b="1"/>
            </a:pPr>
            <a:r>
              <a:t>The Hybrid Normalization Problem:</a:t>
            </a:r>
          </a:p>
          <a:p>
            <a:pPr lvl="2"/>
            <a:r>
              <a:t>Hybrid retrieval does not strictly dominate. BM25 scores can contain massive outliers due to rare term IDF weighting, distorting min-max scaling.</a:t>
            </a:r>
          </a:p>
          <a:p>
            <a:pPr lvl="1">
              <a:defRPr b="1"/>
            </a:pPr>
            <a:r>
              <a:t>Cross-Encoder Precision Gains:</a:t>
            </a:r>
          </a:p>
          <a:p>
            <a:pPr lvl="2"/>
            <a:r>
              <a:t>Reranking the top 100 bi-encoder candidates yielded relative Precision@5 gains of 10-30% on SciFact.</a:t>
            </a:r>
          </a:p>
          <a:p>
            <a:pPr lvl="2"/>
            <a:r>
              <a:t>Trade-off: CPU latency increased from ~5ms to 50-200ms per query.</a:t>
            </a:r>
          </a:p>
          <a:p>
            <a:pPr lvl="1">
              <a:defRPr b="1"/>
            </a:pPr>
            <a:r>
              <a:t>ef_search Sweep on Custom HNSW:</a:t>
            </a:r>
          </a:p>
          <a:p>
            <a:pPr lvl="2"/>
            <a:r>
              <a:t>Sweeping ef_search from 10 to 200 smoothly pushed Recall@10 from ~85% to 97%, validating the custom heuristic traversal.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Expanding the Architecture</a:t>
            </a:r>
          </a:p>
          <a:p>
            <a:pPr lvl="1">
              <a:defRPr b="1"/>
            </a:pPr>
            <a:r>
              <a:t>Identified Limitations:</a:t>
            </a:r>
          </a:p>
          <a:p>
            <a:pPr lvl="2"/>
            <a:r>
              <a:t>The Word2Vec baseline suffered from an insufficient training corpus (only 5,183 abstracts).</a:t>
            </a:r>
          </a:p>
          <a:p>
            <a:pPr lvl="2"/>
            <a:r>
              <a:t>Custom HNSW currently rebuilds in-memory; lacks memory-mapped disk persistence.</a:t>
            </a:r>
          </a:p>
          <a:p>
            <a:pPr lvl="1">
              <a:defRPr b="1"/>
            </a:pPr>
            <a:r>
              <a:t>Future Architectural Enhancements:</a:t>
            </a:r>
          </a:p>
          <a:p>
            <a:pPr lvl="2"/>
            <a:r>
              <a:t>Domain-Adaptive Fine-Tuning: Applying contrastive learning (e.g., ANCE) to improve zero-shot domain transfer.</a:t>
            </a:r>
          </a:p>
          <a:p>
            <a:pPr lvl="2"/>
            <a:r>
              <a:t>Learned Sparse Representations: Implementing SPLADE to natively handle vocabulary expansion.</a:t>
            </a:r>
          </a:p>
          <a:p>
            <a:pPr lvl="2"/>
            <a:r>
              <a:t>Index Persistence: Extending the C++ HNSW module with save/load state serialization and incremental document insertion.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